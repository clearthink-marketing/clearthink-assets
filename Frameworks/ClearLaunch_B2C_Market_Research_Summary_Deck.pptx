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BE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CLEARLAUNCH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Research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1097280" cy="36576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474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ClearThink Marketing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B9B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73152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481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opportunities, and recommended actions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65960"/>
            <a:ext cx="73152" cy="73152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65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Research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23500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keywords, Ahrefs data, intent classification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34640"/>
            <a:ext cx="73152" cy="73152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8346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2880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Analysis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218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overview, keyword gaps, content strategy, traffic, social, ads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703320"/>
            <a:ext cx="73152" cy="73152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703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&amp; Data Sources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0873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collection period, and limitations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key finding with supporting data point]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2560320" cy="54864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18288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key finding with supporting data point]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18288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key finding with supporting data point]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OPPORTUNITIES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640080" cy="77724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[Opportunity description]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4813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[Supporting detail and potential impact]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8046720" cy="777240"/>
          </a:xfrm>
          <a:prstGeom prst="rect">
            <a:avLst/>
          </a:prstGeom>
          <a:solidFill>
            <a:srgbClr val="F0F9F4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11680"/>
            <a:ext cx="640080" cy="77724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116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[Opportunity description]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3957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[Supporting detail and potential impact]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926080"/>
            <a:ext cx="640080" cy="77724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260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2971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[Opportunity description]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3101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[Supporting detail and potential impact]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8046720" cy="777240"/>
          </a:xfrm>
          <a:prstGeom prst="rect">
            <a:avLst/>
          </a:prstGeom>
          <a:solidFill>
            <a:srgbClr val="F0F9F4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840480"/>
            <a:ext cx="640080" cy="77724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8404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[Opportunity description]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42245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[Supporting detail and potential impact]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NEXT ACTIONS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2560320" cy="50292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15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(0–30 Days)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1]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2]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3]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2560320" cy="50292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115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(30–60 Days)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17373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1]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2]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3]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560320" cy="50292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115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(60–90 Days)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17373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1]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2]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3]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9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5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Research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KEYWORDS &amp; SOURCES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[source]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[source]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[source]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[source]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[source]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[source]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AHREFS KEYWORD DATA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731520"/>
                <a:gridCol w="731520"/>
                <a:gridCol w="1097280"/>
                <a:gridCol w="173736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Pot.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[topic]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[topic]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[topic]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[topic]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[topic]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CLASSIFICATION &amp; FUNNEL MAPPING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 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Funnel 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Type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[content type]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[content type]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[content type]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[content type]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[content type]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514600" y="3383280"/>
            <a:ext cx="4114800" cy="411480"/>
          </a:xfrm>
          <a:prstGeom prst="rect">
            <a:avLst/>
          </a:prstGeom>
          <a:solidFill>
            <a:srgbClr val="E5F5EC"/>
          </a:solidFill>
          <a:ln/>
        </p:spPr>
      </p:sp>
      <p:sp>
        <p:nvSpPr>
          <p:cNvPr id="6" name="Text 3"/>
          <p:cNvSpPr/>
          <p:nvPr/>
        </p:nvSpPr>
        <p:spPr>
          <a:xfrm>
            <a:off x="2514600" y="3383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 — Awareness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971800" y="3886200"/>
            <a:ext cx="3200400" cy="411480"/>
          </a:xfrm>
          <a:prstGeom prst="rect">
            <a:avLst/>
          </a:prstGeom>
          <a:solidFill>
            <a:srgbClr val="A8D9BD"/>
          </a:solidFill>
          <a:ln/>
        </p:spPr>
      </p:sp>
      <p:sp>
        <p:nvSpPr>
          <p:cNvPr id="8" name="Text 5"/>
          <p:cNvSpPr/>
          <p:nvPr/>
        </p:nvSpPr>
        <p:spPr>
          <a:xfrm>
            <a:off x="2971800" y="3886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MOFU — Consideration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4389120"/>
            <a:ext cx="2286000" cy="41148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0" name="Text 7"/>
          <p:cNvSpPr/>
          <p:nvPr/>
        </p:nvSpPr>
        <p:spPr>
          <a:xfrm>
            <a:off x="3429000" y="4389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BOFU — Decision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9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5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Analysis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280160"/>
                <a:gridCol w="109728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Traffic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Differentiator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[url]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[traffic]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[differentiator]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[url]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[traffic]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[differentiator]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[url]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[traffic]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[differentiator]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[url]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[traffic]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[differentiator]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[url]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[traffic]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[differentiator]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GAP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731520"/>
                <a:gridCol w="1005840"/>
                <a:gridCol w="1005840"/>
                <a:gridCol w="100584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STRATEGY — TOPIC FOCUS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56032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[cluster]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 description]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[H/M/L]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[cluster]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 description]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[H/M/L]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[cluster]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 description]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[H/M/L]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[cluster]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 description]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[H/M/L]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[cluster]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 description]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[H/M/L]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BACKLINK PROFILE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09728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463040"/>
                <a:gridCol w="914400"/>
                <a:gridCol w="2926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Backlinks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Ref. Domains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Link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[domains]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[top referring]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[domains]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[top referring]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[domains]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[top referring]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SOURCES &amp; CHANNELS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926080"/>
            <a:ext cx="109728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0896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1005840"/>
                <a:gridCol w="1005840"/>
                <a:gridCol w="109728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INSIGHTS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188720"/>
                <a:gridCol w="1188720"/>
                <a:gridCol w="164592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Audience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 Split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Split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[audience]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[M/F 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[ages]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[countries]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[desktop/mobile]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[audience]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[M/F 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[ages]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[countries]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[desktop/mobile]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[audience]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[M/F 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[ages]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[countries]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[desktop/mobile]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INTERESTS &amp; CROSS-VISITATION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2834640"/>
            <a:ext cx="109728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7432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Interests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Cross-Visited Sites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Affinity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[interests]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[sites]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[score]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[interests]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[sites]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[score]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[interests]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[sites]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[score]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&amp; DIGITAL PRESENCE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Traffic Distribution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X/Twitter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Overview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7744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554480"/>
                <a:gridCol w="1371600"/>
                <a:gridCol w="1828800"/>
                <a:gridCol w="137160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Spend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Format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Audience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[format]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[audience]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[cta]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[format]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[audience]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[cta]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Social Overview</a:t>
            </a:r>
            <a:endParaRPr lang="en-US" sz="1300" dirty="0"/>
          </a:p>
        </p:txBody>
      </p:sp>
      <p:graphicFrame>
        <p:nvGraphicFramePr>
          <p:cNvPr id="4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566160"/>
          <a:ext cx="8778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097280"/>
                <a:gridCol w="1188720"/>
                <a:gridCol w="1554480"/>
                <a:gridCol w="1188720"/>
                <a:gridCol w="137160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Freq.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Engage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[engage]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[type]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[trend]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[engage]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[type]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[trend]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 PRESENCE &amp; MESSAGING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2560320"/>
                <a:gridCol w="146304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Message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[headline/message]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[cta text]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[LP focus]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[headline/message]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[cta text]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[LP focus]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[headline/message]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[cta text]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[LP focus]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[headline/message]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[cta text]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[LP focus]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[headline/message]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[cta text]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[LP focus]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&amp; DATA SOURCES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3840480" cy="3108960"/>
          </a:xfrm>
          <a:prstGeom prst="rect">
            <a:avLst/>
          </a:prstGeom>
          <a:solidFill>
            <a:srgbClr val="2F2F2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E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Used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[Tool 1] — [purpose]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[Tool 2] — [purpose]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[Tool 3] — [purpose]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[Tool 4] — [purpose]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1371600"/>
          </a:xfrm>
          <a:prstGeom prst="rect">
            <a:avLst/>
          </a:prstGeom>
          <a:solidFill>
            <a:srgbClr val="2F2F2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E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 Period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[Start Date] — [End Date]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743200"/>
            <a:ext cx="3840480" cy="1554480"/>
          </a:xfrm>
          <a:prstGeom prst="rect">
            <a:avLst/>
          </a:prstGeom>
          <a:solidFill>
            <a:srgbClr val="2F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E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Caveats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2918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[Limitation 1]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[Limitation 2]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[Limitation 3]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ClearThink Marketing  |  ClearLaunch System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ClearLaunch B2C Market Research Summary</dc:title>
  <dc:subject>PptxGenJS Presentation</dc:subject>
  <dc:creator>ClearThink Marketing</dc:creator>
  <cp:lastModifiedBy>ClearThink Marketing</cp:lastModifiedBy>
  <cp:revision>1</cp:revision>
  <dcterms:created xsi:type="dcterms:W3CDTF">2026-03-24T04:15:23Z</dcterms:created>
  <dcterms:modified xsi:type="dcterms:W3CDTF">2026-03-24T04:15:23Z</dcterms:modified>
</cp:coreProperties>
</file>